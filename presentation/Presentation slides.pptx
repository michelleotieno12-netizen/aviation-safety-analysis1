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app/profile/eve.michelle/viz/AviationSafetyRiskAnalysis/Dashboard1?publish=y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9C74-3E68-BC67-F021-EE21FAEB3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507958"/>
            <a:ext cx="8825658" cy="1796716"/>
          </a:xfrm>
        </p:spPr>
        <p:txBody>
          <a:bodyPr/>
          <a:lstStyle/>
          <a:p>
            <a:r>
              <a:rPr lang="en-US" dirty="0"/>
              <a:t>AVIATION SAFETY RISK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F32F9-C5ED-0B70-D087-25A7DCFA3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445042"/>
            <a:ext cx="8825658" cy="324451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Identifying lower-risk aircrafts to support acquisition decisions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Prepared for: head of aviation division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By: Eve </a:t>
            </a:r>
            <a:r>
              <a:rPr lang="en-US" sz="2400" dirty="0" err="1">
                <a:solidFill>
                  <a:schemeClr val="bg1"/>
                </a:solidFill>
              </a:rPr>
              <a:t>michelle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Date: 15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December 2025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0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E9E2-E644-0C92-23A1-8BC60B78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1.Business Problem and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BBD38-AC3C-CF7E-A3D1-CD6FDB202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company is expanding into the aviation industry and must make informed aircraft acquisition decisions.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Aviation accidents present significant safety, financial, and reputational risks.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Leadership currently lacks historical insight into which aircraft manufacturers and models are associated with lower operational risk.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This analysis uses historical aviation accident data to support safer, data-driven aircraft purchasing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611505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5F7C-6E15-1AD8-94AC-488BBD1AB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2.Data and Analytical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A921-B180-1634-B2D8-6089FD6DF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 aviation accident and incident data sourced from the National Transportation Safety Board (1962–2023).</a:t>
            </a:r>
          </a:p>
          <a:p>
            <a:r>
              <a:rPr lang="en-US" dirty="0"/>
              <a:t>Each record represents a reported aviation event, including aircraft information and injury outcomes.</a:t>
            </a:r>
          </a:p>
          <a:p>
            <a:r>
              <a:rPr lang="en-US" dirty="0"/>
              <a:t>Data was cleaned and filtered to focus on aircraft manufacturers and injury severity.</a:t>
            </a:r>
          </a:p>
          <a:p>
            <a:r>
              <a:rPr lang="en-US" dirty="0"/>
              <a:t>Risk was assessed using injury severity metrics rather than accident frequency alone.</a:t>
            </a:r>
          </a:p>
          <a:p>
            <a:r>
              <a:rPr lang="en-US" dirty="0"/>
              <a:t>Findings were supported using aggregated analysis and visual exploration.</a:t>
            </a:r>
          </a:p>
        </p:txBody>
      </p:sp>
    </p:spTree>
    <p:extLst>
      <p:ext uri="{BB962C8B-B14F-4D97-AF65-F5344CB8AC3E}">
        <p14:creationId xmlns:p14="http://schemas.microsoft.com/office/powerpoint/2010/main" val="274319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73FD-3DD3-3A37-766D-003BF12F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Key Safety Insights from Historical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92A2-2837-4556-E007-F7413F2E0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Aviation safety risks vary significantly across aircraft manufacturers.</a:t>
            </a:r>
          </a:p>
          <a:p>
            <a:r>
              <a:rPr lang="en-US" dirty="0"/>
              <a:t>Injury severity provides a more meaningful measure of risk than accident frequency alone.</a:t>
            </a:r>
          </a:p>
          <a:p>
            <a:r>
              <a:rPr lang="en-US" dirty="0"/>
              <a:t>Some manufacturers are consistently associated with lower average injury counts per accident.</a:t>
            </a:r>
          </a:p>
          <a:p>
            <a:r>
              <a:rPr lang="en-US" dirty="0"/>
              <a:t>High accident counts do not always correspond to higher injury severity.</a:t>
            </a:r>
          </a:p>
          <a:p>
            <a:r>
              <a:rPr lang="en-US" dirty="0"/>
              <a:t>Below are examples of visualizations.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17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82B9-19C3-B0D7-0C15-A371247C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Accident frequency vs. injury severity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1E7CBA-3B1E-2927-D4AA-BA28E5547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659" y="2406348"/>
            <a:ext cx="7369628" cy="3983565"/>
          </a:xfrm>
        </p:spPr>
      </p:pic>
    </p:spTree>
    <p:extLst>
      <p:ext uri="{BB962C8B-B14F-4D97-AF65-F5344CB8AC3E}">
        <p14:creationId xmlns:p14="http://schemas.microsoft.com/office/powerpoint/2010/main" val="75307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2050-BC1D-D61A-B038-7A955B7E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Injury Severity Breakdown for Low-Risk Manufacturers.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FE6265-9F1E-1587-4770-5E69A9DC7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4834" y="2603500"/>
            <a:ext cx="5726644" cy="3416300"/>
          </a:xfrm>
        </p:spPr>
      </p:pic>
    </p:spTree>
    <p:extLst>
      <p:ext uri="{BB962C8B-B14F-4D97-AF65-F5344CB8AC3E}">
        <p14:creationId xmlns:p14="http://schemas.microsoft.com/office/powerpoint/2010/main" val="219047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DC4E0-74AB-289F-9888-50F48BC0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en-US" dirty="0" err="1"/>
              <a:t>Reccomendations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518C-3C60-AA96-5E2A-3DCDB76E3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Recommendation 1: Prioritize Lower-Risk Aircraft Manufacturers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Historical accident data shows that some aircraft manufacturers are consistently associated with lower average injury severity.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Aircraft acquisitions should prioritize manufacturers with lower injury outcomes per accident.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approach reduces exposure to safety, legal, and reputational risk.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Business Impact</a:t>
            </a:r>
          </a:p>
          <a:p>
            <a:pPr marL="0" indent="0">
              <a:buNone/>
            </a:pPr>
            <a:r>
              <a:rPr lang="en-US" dirty="0"/>
              <a:t>Lower injury severity reduces operational risk, insurance costs, and potential reputational damage.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8838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B120-B2C3-F6C4-48FD-5F0980171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D9BAC-A16C-B443-9181-2D9413CC1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Recommendation 2: Avoid Decisions Based Solely on Accident Frequency</a:t>
            </a:r>
          </a:p>
          <a:p>
            <a:r>
              <a:rPr lang="en-US" dirty="0"/>
              <a:t>Some aircraft manufacturers appear frequently in accident records due to higher usage, not poorer safety performance.</a:t>
            </a:r>
          </a:p>
          <a:p>
            <a:r>
              <a:rPr lang="en-US" dirty="0"/>
              <a:t>Accident counts alone can be misleading when evaluating aircraft risk.</a:t>
            </a:r>
          </a:p>
          <a:p>
            <a:r>
              <a:rPr lang="en-US" dirty="0"/>
              <a:t>Aircraft selection decisions should focus on injury severity metrics rather than raw accident frequency.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Business Impact: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Prevents the exclusion of widely used but relatively safe aircraft and supports more accurate risk assessment.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4539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4392-97F6-B5CC-A1A2-C328EC93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8375E-8B80-232D-A8E3-13B035EB8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Recommendation 3: Use Injury Severity as a Core Safety Metric</a:t>
            </a:r>
          </a:p>
          <a:p>
            <a:r>
              <a:rPr lang="en-US" dirty="0"/>
              <a:t>Accident frequency alone does not provide a complete picture of aircraft safety risk.</a:t>
            </a:r>
          </a:p>
          <a:p>
            <a:r>
              <a:rPr lang="en-US" dirty="0"/>
              <a:t>Injury severity offers a more meaningful and actionable measure of operational risk.</a:t>
            </a:r>
          </a:p>
          <a:p>
            <a:r>
              <a:rPr lang="en-US" dirty="0"/>
              <a:t>Future aircraft evaluations should incorporate injury severity metrics alongside cost, performance, and operational needs.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Business Impact:</a:t>
            </a:r>
          </a:p>
          <a:p>
            <a:pPr marL="0" indent="0">
              <a:buNone/>
            </a:pPr>
            <a:r>
              <a:rPr lang="en-US" dirty="0"/>
              <a:t> Enables consistent, data-driven safety assessments and supports safer long-term aircraft procurement decisions.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7291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F560-F348-8340-6475-CCC90D84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Interactive Dashboard for Further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48A2F-171E-A3FF-CC6E-577CC4FE9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interactive Tableau dashboard was created to allow stakeholders to explore aviation safety risk in greater detail.</a:t>
            </a:r>
          </a:p>
          <a:p>
            <a:r>
              <a:rPr lang="en-US" dirty="0"/>
              <a:t>Users can examine injury severity, accident trends, and manufacturer-level risk interactively.</a:t>
            </a:r>
          </a:p>
          <a:p>
            <a:r>
              <a:rPr lang="en-US" dirty="0"/>
              <a:t>The dashboard enables flexible exploration to support ongoing decision-making.</a:t>
            </a:r>
          </a:p>
          <a:p>
            <a:r>
              <a:rPr lang="en-US" b="1" dirty="0"/>
              <a:t>View the dashboard on Tableau Public:</a:t>
            </a:r>
          </a:p>
          <a:p>
            <a:r>
              <a:rPr lang="en-US" b="1" dirty="0">
                <a:highlight>
                  <a:srgbClr val="0000FF"/>
                </a:highlight>
                <a:hlinkClick r:id="rId2"/>
              </a:rPr>
              <a:t>https://public.tableau.com/app/profile/eve.michelle/viz/AviationSafetyRiskAnalysis/Dashboard1?publish=yes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7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41E65-17A7-06FD-AC98-AC2FF5FD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0C2E9-A702-3D41-9E1E-7B84CB9F3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Aviation safety risks varies meaningfully across aircraft manufacturers.</a:t>
            </a:r>
          </a:p>
          <a:p>
            <a:r>
              <a:rPr lang="en-US" dirty="0"/>
              <a:t>Injury severity is a more reliable indicator of operational risk than accident frequency alone.</a:t>
            </a:r>
          </a:p>
          <a:p>
            <a:r>
              <a:rPr lang="en-US" dirty="0"/>
              <a:t>Data-driven evaluation can reduce safety, financial, and reputational exposure as the company enters the aviation market.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5502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645F7-C478-481A-97AA-5FA8B3FD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7.THANK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9DF7-13BC-BB4D-35B7-C4B082F94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4176040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{9E7E53BB-EA39-497C-B120-DB2A05230434}TF229edf6a-8a49-49ee-a0a6-5037052947485fb3ca0c-bc27bf41d645</Template>
  <TotalTime>811</TotalTime>
  <Words>598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Ion Boardroom</vt:lpstr>
      <vt:lpstr>AVIATION SAFETY RISK ANALYSIS</vt:lpstr>
      <vt:lpstr>1.Business Problem and Objective </vt:lpstr>
      <vt:lpstr>2.Data and Analytical Approach</vt:lpstr>
      <vt:lpstr>3. Key Safety Insights from Historical Data</vt:lpstr>
      <vt:lpstr> Accident frequency vs. injury severity</vt:lpstr>
      <vt:lpstr>Average Injury Severity Breakdown for Low-Risk Manufacturers.</vt:lpstr>
      <vt:lpstr>4. Reccomendations</vt:lpstr>
      <vt:lpstr>PowerPoint Presentation</vt:lpstr>
      <vt:lpstr>PowerPoint Presentation</vt:lpstr>
      <vt:lpstr>5. Interactive Dashboard for Further Exploration</vt:lpstr>
      <vt:lpstr>6.Conclusion</vt:lpstr>
      <vt:lpstr>7.THANK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HomePC</dc:creator>
  <cp:lastModifiedBy>HomePC</cp:lastModifiedBy>
  <cp:revision>3</cp:revision>
  <dcterms:created xsi:type="dcterms:W3CDTF">2025-12-15T01:03:47Z</dcterms:created>
  <dcterms:modified xsi:type="dcterms:W3CDTF">2025-12-15T14:35:04Z</dcterms:modified>
</cp:coreProperties>
</file>