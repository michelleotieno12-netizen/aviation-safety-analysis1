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9C74-3E68-BC67-F021-EE21FAEB3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1623181"/>
          </a:xfrm>
        </p:spPr>
        <p:txBody>
          <a:bodyPr/>
          <a:lstStyle/>
          <a:p>
            <a:r>
              <a:rPr lang="en-US" dirty="0"/>
              <a:t>Aviation Safety Risk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F32F9-C5ED-0B70-D087-25A7DCFA3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962400"/>
            <a:ext cx="8825658" cy="67376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Data-Driven Insights to Support Aircraft Purchasing Decisions by eve </a:t>
            </a:r>
            <a:r>
              <a:rPr lang="en-US" sz="2400" dirty="0" err="1">
                <a:solidFill>
                  <a:schemeClr val="bg1"/>
                </a:solidFill>
              </a:rPr>
              <a:t>michelle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0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FF39-3244-0B45-41E7-AE5AA7F1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69DA7F-FB2B-18C0-6FC5-DB315B6FD0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572987"/>
            <a:ext cx="949009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company is expanding into the aviation industry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Aircraft operations involve significant safety and financial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Leadership needs data-driven guidance on which aircraft to purchase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Poor aircraft selection increases injury risk, liability exposure, and operational costs.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510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A5C6-B7B6-EA51-89FD-3590A9D2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43CCD6-63C8-F508-C2F7-C9EAC20906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572986"/>
            <a:ext cx="640342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 National Transportation Safety Board (NTSB)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Coverage: Aviation accidents and incidents from 1962–2023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 Injury outcomes as a measure of safety risk</a:t>
            </a:r>
          </a:p>
        </p:txBody>
      </p:sp>
    </p:spTree>
    <p:extLst>
      <p:ext uri="{BB962C8B-B14F-4D97-AF65-F5344CB8AC3E}">
        <p14:creationId xmlns:p14="http://schemas.microsoft.com/office/powerpoint/2010/main" val="756309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7F23B-0903-9343-83C1-5138D691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7"/>
            <a:ext cx="8761413" cy="1290561"/>
          </a:xfrm>
        </p:spPr>
        <p:txBody>
          <a:bodyPr/>
          <a:lstStyle/>
          <a:p>
            <a:r>
              <a:rPr lang="en-US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0E17-E6C8-678E-25B6-17E467F45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(LOW-RISK MANUFACTURERS)</a:t>
            </a:r>
          </a:p>
          <a:p>
            <a:r>
              <a:rPr lang="en-US" dirty="0"/>
              <a:t>Some Aircraft Manufacturers Are Consistently Lower Risk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CHART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9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3777-55AB-C7F3-C942-899EF08EC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43F512-5565-BF8B-E6E9-0D7126835A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3572987"/>
            <a:ext cx="681789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Injury severity varies significantly across manufacturers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Several manufacturers show lower average injuries per accident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manufacturers represent lower operational risk</a:t>
            </a:r>
          </a:p>
        </p:txBody>
      </p:sp>
    </p:spTree>
    <p:extLst>
      <p:ext uri="{BB962C8B-B14F-4D97-AF65-F5344CB8AC3E}">
        <p14:creationId xmlns:p14="http://schemas.microsoft.com/office/powerpoint/2010/main" val="2647307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3B06-B700-B34E-72D2-1CFAF44A9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4CF0C-211D-6426-6B4B-6144A4917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 (FREQUENCY ≠ RISK)</a:t>
            </a:r>
          </a:p>
          <a:p>
            <a:r>
              <a:rPr lang="en-US" dirty="0"/>
              <a:t>Accident Frequency Does Not Equal Risk</a:t>
            </a:r>
          </a:p>
          <a:p>
            <a:endParaRPr lang="en-US" b="1" i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CHART</a:t>
            </a:r>
          </a:p>
          <a:p>
            <a:pPr marL="0" indent="0">
              <a:buNone/>
            </a:pPr>
            <a:r>
              <a:rPr lang="en-US" b="1" dirty="0"/>
              <a:t>LINE CHART: AVARAGE INJURIES OVER TIME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D11D89-E037-9AA0-1E53-8C089FAB0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manufacturers appear often due to high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accident counts do not always mean higher injury severity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Severity-based metrics provide more accurate risk insight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3BBD6C-7B12-88B4-F7C4-EF04786E2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manufacturers appear often due to high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accident counts do not always mean higher injury severity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Severity-based metrics provide more accurate risk insight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110800-1E16-BEFF-8AFE-E14CA661B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manufacturers appear often due to high usage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accident counts do not always mean higher injury severity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Severity-based metrics provide more accurate risk insight</a:t>
            </a:r>
          </a:p>
        </p:txBody>
      </p:sp>
    </p:spTree>
    <p:extLst>
      <p:ext uri="{BB962C8B-B14F-4D97-AF65-F5344CB8AC3E}">
        <p14:creationId xmlns:p14="http://schemas.microsoft.com/office/powerpoint/2010/main" val="182315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7D5D-A3BF-2B0D-4695-988BB486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AFE1E-AD5C-65E8-3387-840335A6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manufacturers appear often due to high usage</a:t>
            </a:r>
          </a:p>
          <a:p>
            <a:r>
              <a:rPr lang="en-US" dirty="0"/>
              <a:t>High accident counts do not always mean higher injury severity</a:t>
            </a:r>
          </a:p>
          <a:p>
            <a:r>
              <a:rPr lang="en-US" dirty="0"/>
              <a:t>Severity-based metrics provide more accurate risk insight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614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95898-3FA3-BCA8-56AD-6D1648A7F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33400"/>
            <a:ext cx="8761413" cy="1306286"/>
          </a:xfrm>
        </p:spPr>
        <p:txBody>
          <a:bodyPr/>
          <a:lstStyle/>
          <a:p>
            <a:r>
              <a:rPr lang="en-US" b="1" dirty="0"/>
              <a:t>3 (RISK OVER TIME)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E979-0B9F-FF69-10BC-9F7C91960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line chart: Average Injuries Over Time)</a:t>
            </a:r>
          </a:p>
        </p:txBody>
      </p:sp>
    </p:spTree>
    <p:extLst>
      <p:ext uri="{BB962C8B-B14F-4D97-AF65-F5344CB8AC3E}">
        <p14:creationId xmlns:p14="http://schemas.microsoft.com/office/powerpoint/2010/main" val="512442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2EB1-42F2-7812-8A1E-AEBECC58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D3A0E4-275A-975C-5A8B-088A59BBD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Injury severity per accident has changed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trends help assess future operational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forward-looking purchasing decisions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28404D-E46A-B579-210A-2E219F914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Injury severity per accident has changed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trends help assess future operational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forward-looking purchasing decisions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4102A62-B1E2-75E1-C0B2-0C9CD6094A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Injury severity per accident has changed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Long-term trends help assess future operational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forward-looking purchasing decisions</a:t>
            </a:r>
          </a:p>
        </p:txBody>
      </p:sp>
    </p:spTree>
    <p:extLst>
      <p:ext uri="{BB962C8B-B14F-4D97-AF65-F5344CB8AC3E}">
        <p14:creationId xmlns:p14="http://schemas.microsoft.com/office/powerpoint/2010/main" val="1656739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632C-9026-3284-0482-3F84E53C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4E1E06-A007-D106-01EA-EAF8F6E3B6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aircraft from manufacturers with lower injury severity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safety using injury severity, not accident counts alone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injury-based risk metrics into future aircraft selection</a:t>
            </a:r>
          </a:p>
        </p:txBody>
      </p:sp>
    </p:spTree>
    <p:extLst>
      <p:ext uri="{BB962C8B-B14F-4D97-AF65-F5344CB8AC3E}">
        <p14:creationId xmlns:p14="http://schemas.microsoft.com/office/powerpoint/2010/main" val="1112243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4D1F-696B-DBB1-B300-BDF21845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7FBBB-7E52-B7EE-3C80-779447ACC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54133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{9E7E53BB-EA39-497C-B120-DB2A05230434}TF229edf6a-8a49-49ee-a0a6-5037052947485fb3ca0c-bc27bf41d645</Template>
  <TotalTime>34</TotalTime>
  <Words>347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Aviation Safety Risk Analysis</vt:lpstr>
      <vt:lpstr>BUSINESS PROBLEM</vt:lpstr>
      <vt:lpstr>DATA OVERVIEW</vt:lpstr>
      <vt:lpstr>KEY INSIGHTS</vt:lpstr>
      <vt:lpstr>PowerPoint Presentation</vt:lpstr>
      <vt:lpstr>PowerPoint Presentation</vt:lpstr>
      <vt:lpstr>PowerPoint Presentation</vt:lpstr>
      <vt:lpstr>3 (RISK OVER TIME) </vt:lpstr>
      <vt:lpstr>PowerPoint Presentation</vt:lpstr>
      <vt:lpstr>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HomePC</dc:creator>
  <cp:lastModifiedBy>HomePC</cp:lastModifiedBy>
  <cp:revision>2</cp:revision>
  <dcterms:created xsi:type="dcterms:W3CDTF">2025-12-15T01:03:47Z</dcterms:created>
  <dcterms:modified xsi:type="dcterms:W3CDTF">2025-12-15T01:38:00Z</dcterms:modified>
</cp:coreProperties>
</file>